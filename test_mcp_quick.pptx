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Performance Trend Analysis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Growth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125</c:v>
                </c:pt>
                <c:pt idx="2">
                  <c:v>150</c:v>
                </c:pt>
                <c:pt idx="3">
                  <c:v>180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Customer Acquisition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80</c:v>
                </c:pt>
                <c:pt idx="1">
                  <c:v>95</c:v>
                </c:pt>
                <c:pt idx="2">
                  <c:v>120</c:v>
                </c:pt>
                <c:pt idx="3">
                  <c:v>145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u="none">
                <a:solidFill>
                  <a:srgbClr val="0078D7"/>
                </a:solidFill>
                <a:latin typeface="Segoe UI"/>
              </a:rPr>
              <a:t>你是一个专业的 PPT 制作助手。请根据以下内容，使用提供的工具创建一个精美的 PPT 演示文稿。 ## PPT</a:t>
            </a:r>
          </a:p>
          <a:p>
            <a:pPr algn="ctr">
              <a:lnSpc>
                <a:spcPct val="120000"/>
              </a:lnSpc>
            </a:pPr>
            <a:r>
              <a:rPr sz="1800" b="1" i="0" u="none">
                <a:solidFill>
                  <a:srgbClr val="0078D7"/>
                </a:solidFill>
                <a:latin typeface="Segoe UI"/>
              </a:rPr>
              <a:t>标题: 2024年医院运营分析报告 ## 内容素材: ### 问题: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1" u="none">
                <a:solidFill>
                  <a:srgbClr val="444444"/>
                </a:solidFill>
                <a:latin typeface="Segoe UI Light"/>
              </a:rPr>
              <a:t>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u="none">
                <a:solidFill>
                  <a:srgbClr val="00B0F0"/>
                </a:solidFill>
                <a:latin typeface="Segoe UI"/>
              </a:rPr>
              <a:t>Business Team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6217920"/>
            <a:ext cx="2743200" cy="91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7315200" cy="914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1. Executive Summary 2. Current Situation 3. Analysis &amp; Insights 4.</a:t>
            </a:r>
          </a:p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Recommendations 5.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Key Performance Indicators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011680" cy="201168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94%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 u="none">
                <a:solidFill>
                  <a:srgbClr val="FFFFFF"/>
                </a:solidFill>
                <a:latin typeface="Segoe UI"/>
              </a:rPr>
              <a:t>Customer Satisfaction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188720"/>
            <a:ext cx="2011680" cy="201168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463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$2.4M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u="none">
                <a:solidFill>
                  <a:srgbClr val="FFFFFF"/>
                </a:solidFill>
                <a:latin typeface="Segoe UI"/>
              </a:rPr>
              <a:t>Annual Revenue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1188720"/>
            <a:ext cx="2011680" cy="201168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1463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247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u="none">
                <a:solidFill>
                  <a:srgbClr val="FFFFFF"/>
                </a:solidFill>
                <a:latin typeface="Segoe UI"/>
              </a:rPr>
              <a:t>New Customers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914400" y="3657600"/>
          <a:ext cx="73152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4100" b="1" i="0" u="sng">
                <a:solidFill>
                  <a:srgbClr val="0078D7"/>
                </a:solidFill>
                <a:latin typeface="Segoe UI"/>
              </a:rPr>
              <a:t>Current Situation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Overview of 你是一个专业的 PPT 制作助手。请根据以下内容，使用提供的工具创建一个精美的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PPT 演示文稿。 ## PPT 标题: 2024年医院运营分析报告 ## 内容素材: ### 问题: 2: •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Current status • Key challenges • Market position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93192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High-Impact Visual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Shape: rectangle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86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1" u="none">
                <a:solidFill>
                  <a:srgbClr val="FFC000"/>
                </a:solidFill>
                <a:latin typeface="Segoe UI Semibold"/>
              </a:rPr>
              <a:t>Ready to Transform? Let's Begin!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Strengths: • Advantage 1 • Advantage 2 • Advantage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Opportunities: • Opportunity 1 • Opportunity 2 • Opportunity</a:t>
            </a:r>
          </a:p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